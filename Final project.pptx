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40f249b85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f40f249b85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40f249b8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f40f249b8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40f249b8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40f249b8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40f249b85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f40f249b8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ChatGPT Image Aug 28, 2026, 08_58_48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3913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 title="ChatGPT Image Aug 28, 2026, 09_38_36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62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 title="ChatGPT Image Aug 28, 2026, 09_11_14 PM.png"/>
          <p:cNvPicPr preferRelativeResize="0"/>
          <p:nvPr/>
        </p:nvPicPr>
        <p:blipFill rotWithShape="1">
          <a:blip r:embed="rId3">
            <a:alphaModFix/>
          </a:blip>
          <a:srcRect b="9173" l="0" r="0" t="0"/>
          <a:stretch/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 title="ChatGPT Image Aug 28, 2026, 09_31_24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 title="ChatGPT Image Aug 28, 2026, 09_49_07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